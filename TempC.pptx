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5"/>
  </p:notesMasterIdLst>
  <p:handoutMasterIdLst>
    <p:handoutMasterId r:id="rId6"/>
  </p:handoutMasterIdLst>
  <p:sldIdLst>
    <p:sldId id="298" r:id="rId4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5" autoAdjust="0"/>
    <p:restoredTop sz="94574" autoAdjust="0"/>
  </p:normalViewPr>
  <p:slideViewPr>
    <p:cSldViewPr snapToGrid="0">
      <p:cViewPr varScale="1">
        <p:scale>
          <a:sx n="62" d="100"/>
          <a:sy n="62" d="100"/>
        </p:scale>
        <p:origin x="1121" y="2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3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5355341-DC77-4501-AE46-E3E6F2BB65B1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rPr>
              <a:t>2025/2/19</a:t>
            </a:fld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rPr>
              <a:t>‹#›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A168566D-FD9E-46E8-9E4F-4EF22710967A}" type="datetime1">
              <a:rPr lang="zh-TW" altLang="en-US" smtClean="0"/>
              <a:pPr/>
              <a:t>2025/2/19</a:t>
            </a:fld>
            <a:endParaRPr lang="zh-TW" altLang="en-US" dirty="0"/>
          </a:p>
        </p:txBody>
      </p:sp>
      <p:sp>
        <p:nvSpPr>
          <p:cNvPr id="4" name="投影片圖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8530193B-564F-4854-8A52-728F3FB19C8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  <a:sym typeface="Microsoft JhengHei UI" panose="020B0604030504040204" pitchFamily="34" charset="-12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  <a:sym typeface="Microsoft JhengHei UI" panose="020B0604030504040204" pitchFamily="34" charset="-12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  <a:sym typeface="Microsoft JhengHei UI" panose="020B0604030504040204" pitchFamily="34" charset="-12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  <a:sym typeface="Microsoft JhengHei UI" panose="020B0604030504040204" pitchFamily="34" charset="-12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  <a:sym typeface="Microsoft JhengHei UI" panose="020B0604030504040204" pitchFamily="34" charset="-12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smtClean="0"/>
              <a:pPr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302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圖片預留位置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在這裡插入相片或將相片拖放到這裡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algn="r" rtl="0"/>
            <a:r>
              <a:rPr lang="zh-TW" altLang="en-US"/>
              <a:t>按一下以編輯簡報標題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隔線投影片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圖片預留位置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在這裡插入相片或 </a:t>
            </a:r>
            <a:br>
              <a:rPr lang="zh-TW" altLang="en-US"/>
            </a:br>
            <a:r>
              <a:rPr lang="zh-TW" altLang="en-US"/>
              <a:t>將相片拖放到這裡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algn="r" rtl="0"/>
            <a:r>
              <a:rPr lang="zh-TW" altLang="en-US"/>
              <a:t>按一下以編輯節分隔線</a:t>
            </a:r>
            <a:endParaRPr lang="zh-TW" altLang="en-US" dirty="0"/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隔線投影片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圖片預留位置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在這裡插入相片或 </a:t>
            </a:r>
            <a:br>
              <a:rPr lang="zh-TW" altLang="en-US"/>
            </a:br>
            <a:r>
              <a:rPr lang="zh-TW" altLang="en-US"/>
              <a:t>將相片拖放到這裡</a:t>
            </a:r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按一下以編輯節分隔線</a:t>
            </a:r>
            <a:endParaRPr lang="zh-TW" altLang="en-US" dirty="0"/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影像版面配置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預留位置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插入或拖放您的相片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0" tIns="180000" rIns="180000" bIns="180000" rtlCol="0"/>
          <a:lstStyle>
            <a:lvl1pPr algn="r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編輯頁面標題</a:t>
            </a:r>
            <a:endParaRPr lang="zh-TW" altLang="en-US" dirty="0"/>
          </a:p>
        </p:txBody>
      </p:sp>
      <p:sp>
        <p:nvSpPr>
          <p:cNvPr id="10" name="副標題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影像版面配置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預留位置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插入或拖放您的相片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44000" tIns="180000" rIns="0" bIns="180000" rtlCol="0"/>
          <a:lstStyle>
            <a:lvl1pPr algn="l">
              <a:defRPr sz="54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10" name="副標題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  <p:sp>
        <p:nvSpPr>
          <p:cNvPr id="3" name="比較左方預留位置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2" name="比較左方預留位置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8" name="文字預留位置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頁尾預留位置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型相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預留位置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插入或拖放您的相片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TW" altLang="en-US"/>
              <a:t>輸入您的標題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2" name="投影片編號預留位置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感謝您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圖片預留位置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在這裡插入相片或將相片拖放到這裡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algn="r" rtl="0"/>
            <a:r>
              <a:rPr lang="zh-TW" altLang="en-US"/>
              <a:t>感謝您</a:t>
            </a:r>
            <a:endParaRPr lang="zh-TW" altLang="en-US" dirty="0"/>
          </a:p>
        </p:txBody>
      </p:sp>
      <p:sp>
        <p:nvSpPr>
          <p:cNvPr id="9" name="文字預留位置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全名</a:t>
            </a:r>
            <a:endParaRPr lang="zh-TW" altLang="en-US" dirty="0"/>
          </a:p>
        </p:txBody>
      </p:sp>
      <p:sp>
        <p:nvSpPr>
          <p:cNvPr id="10" name="文字預留位置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電話號碼</a:t>
            </a:r>
            <a:endParaRPr lang="zh-TW" altLang="en-US" dirty="0"/>
          </a:p>
        </p:txBody>
      </p:sp>
      <p:sp>
        <p:nvSpPr>
          <p:cNvPr id="11" name="文字預留位置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lnSpc>
                <a:spcPct val="75000"/>
              </a:lnSpc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電子郵件或社交媒體控制代碼</a:t>
            </a:r>
            <a:endParaRPr lang="zh-TW" altLang="en-US" dirty="0"/>
          </a:p>
        </p:txBody>
      </p:sp>
      <p:sp>
        <p:nvSpPr>
          <p:cNvPr id="12" name="文字預留位置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公司網站</a:t>
            </a:r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7" name="副標題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文字預留位置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1" name="文字預留位置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10" name="副標題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3" name="文字預留位置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5" name="文字預留位置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7" name="文字預留位置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頁尾預留位置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/>
              <a:t>副標題</a:t>
            </a:r>
            <a:endParaRPr lang="zh-TW" altLang="en-US" dirty="0"/>
          </a:p>
        </p:txBody>
      </p:sp>
      <p:sp>
        <p:nvSpPr>
          <p:cNvPr id="3" name="頁尾預留位置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預留位置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31" name="手繪多邊形：圖案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" name="標題預留位置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zh-TW" altLang="en-US"/>
              <a:t>按一下以編輯頁面標題</a:t>
            </a:r>
            <a:endParaRPr lang="zh-TW" altLang="en-US" dirty="0"/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頁尾預留位置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  <a:endParaRPr lang="zh-TW" alt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325396" y="6404506"/>
            <a:ext cx="1053900" cy="416831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ctr" rtl="0">
              <a:lnSpc>
                <a:spcPts val="1200"/>
              </a:lnSpc>
            </a:pPr>
            <a:r>
              <a:rPr lang="en-US" altLang="zh-TW" sz="2100" b="1" i="0" spc="-10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rPr>
              <a:t>TREY</a:t>
            </a:r>
            <a:br>
              <a:rPr lang="zh-TW" altLang="en-US" sz="1600" b="1" i="0" spc="-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rPr>
            </a:br>
            <a:r>
              <a:rPr lang="en-US" altLang="zh-TW" sz="1200" b="0" i="0" spc="14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rPr>
              <a:t>Research</a:t>
            </a:r>
            <a:endParaRPr lang="zh-TW" altLang="en-US" sz="1200" b="0" i="0" spc="140" dirty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cxnSp>
        <p:nvCxnSpPr>
          <p:cNvPr id="18" name="直線接點​​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  <a:sym typeface="Microsoft JhengHei UI" panose="020B0604030504040204" pitchFamily="34" charset="-120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  <a:sym typeface="Microsoft JhengHei UI" panose="020B0604030504040204" pitchFamily="34" charset="-120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  <a:sym typeface="Microsoft JhengHei UI" panose="020B0604030504040204" pitchFamily="34" charset="-120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  <a:sym typeface="Microsoft JhengHei UI" panose="020B0604030504040204" pitchFamily="34" charset="-120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  <a:sym typeface="Microsoft JhengHei UI" panose="020B0604030504040204" pitchFamily="34" charset="-120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  <a:sym typeface="Microsoft JhengHei UI" panose="020B0604030504040204" pitchFamily="34" charset="-12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預留位置 11" descr="一起伸向圓圈內的手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 bIns="72000" rtlCol="0" anchor="ctr" anchorCtr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4" name="副標題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</p:spPr>
        <p:txBody>
          <a:bodyPr rtlCol="0"/>
          <a:lstStyle/>
          <a:p>
            <a:pPr rtl="0"/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5502_TF16411250.potx" id="{6BC299B1-5336-468F-95B2-9C3C87564452}" vid="{ABD121BE-01A4-44C3-B3C1-D76C2245429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2218FC-8412-44B9-9E82-D51F1F531141}">
  <ds:schemaRefs>
    <ds:schemaRef ds:uri="http://purl.org/dc/elements/1.1/"/>
    <ds:schemaRef ds:uri="http://schemas.microsoft.com/sharepoint/v3"/>
    <ds:schemaRef ds:uri="http://schemas.microsoft.com/office/2006/documentManagement/types"/>
    <ds:schemaRef ds:uri="fb0879af-3eba-417a-a55a-ffe6dcd6ca77"/>
    <ds:schemaRef ds:uri="http://schemas.microsoft.com/office/2006/metadata/properties"/>
    <ds:schemaRef ds:uri="http://schemas.microsoft.com/office/infopath/2007/PartnerControls"/>
    <ds:schemaRef ds:uri="6dc4bcd6-49db-4c07-9060-8acfc67cef9f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{9D9B4769-5796-41D6-B439-A6BBF8B973D5}tf16411250_win32</Template>
  <TotalTime>1</TotalTime>
  <Words>1</Words>
  <Application>Microsoft Office PowerPoint</Application>
  <PresentationFormat>寬螢幕</PresentationFormat>
  <Paragraphs>1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Microsoft JhengHei UI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許昌仁</dc:creator>
  <cp:lastModifiedBy>許昌仁</cp:lastModifiedBy>
  <cp:revision>1</cp:revision>
  <dcterms:created xsi:type="dcterms:W3CDTF">2025-02-19T06:27:57Z</dcterms:created>
  <dcterms:modified xsi:type="dcterms:W3CDTF">2025-02-19T06:28:58Z</dcterms:modified>
</cp:coreProperties>
</file>