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21" y="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2025/2/19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2025/2/19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endParaRPr lang="zh-tw" sz="8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endParaRPr 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{176A1294-15F0-42FE-B38C-EDB14822F131}tf56160789_win32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 UI</vt:lpstr>
      <vt:lpstr>MingLiu</vt:lpstr>
      <vt:lpstr>Calibri</vt:lpstr>
      <vt:lpstr>1_RetrospectVTI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許昌仁</dc:creator>
  <cp:lastModifiedBy>許昌仁</cp:lastModifiedBy>
  <cp:revision>1</cp:revision>
  <dcterms:created xsi:type="dcterms:W3CDTF">2025-02-19T06:24:20Z</dcterms:created>
  <dcterms:modified xsi:type="dcterms:W3CDTF">2025-02-19T06:25:11Z</dcterms:modified>
</cp:coreProperties>
</file>